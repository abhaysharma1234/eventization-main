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50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31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1" name="Shape 31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5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37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38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9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41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6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43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44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5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47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4519"/>
            <a:ext cx="8229241" cy="397728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9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4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61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62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3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65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0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67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68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9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71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4519"/>
            <a:ext cx="8229241" cy="397728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2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83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88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85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86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7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89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4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91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92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3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5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9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4519"/>
            <a:ext cx="4015800" cy="397728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" name="PlaceHolder 3"/>
          <p:cNvSpPr>
            <a:spLocks noGrp="1"/>
          </p:cNvSpPr>
          <p:nvPr>
            <p:ph type="body" sz="half" idx="21"/>
          </p:nvPr>
        </p:nvSpPr>
        <p:spPr>
          <a:xfrm>
            <a:off x="4674239" y="1604519"/>
            <a:ext cx="4015800" cy="397728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 spc="-100"/>
            </a:pPr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7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08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3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110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111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2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14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9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116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117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8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20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1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0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31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2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36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133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134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5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37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2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139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140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41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43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0" y="0"/>
            <a:ext cx="5486040" cy="423828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3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54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5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9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156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157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58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60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5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162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163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64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66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16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9" name="PlaceHolder 3"/>
          <p:cNvSpPr/>
          <p:nvPr/>
        </p:nvSpPr>
        <p:spPr>
          <a:xfrm>
            <a:off x="4674239" y="1604519"/>
            <a:ext cx="4015800" cy="39772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343080" indent="-342719"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  <a:defRPr sz="3200" spc="-100"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70" name="PlaceHolder 4"/>
          <p:cNvSpPr>
            <a:spLocks noGrp="1"/>
          </p:cNvSpPr>
          <p:nvPr>
            <p:ph type="body" sz="quarter" idx="21"/>
          </p:nvPr>
        </p:nvSpPr>
        <p:spPr>
          <a:xfrm>
            <a:off x="457199" y="3682079"/>
            <a:ext cx="4015801" cy="18968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 spc="-100"/>
            </a:pPr>
            <a:endParaRPr/>
          </a:p>
        </p:txBody>
      </p:sp>
      <p:sp>
        <p:nvSpPr>
          <p:cNvPr id="1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9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80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85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182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183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84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86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1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188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189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90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92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19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4519"/>
            <a:ext cx="4015800" cy="397728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5" name="PlaceHolder 3"/>
          <p:cNvSpPr/>
          <p:nvPr/>
        </p:nvSpPr>
        <p:spPr>
          <a:xfrm>
            <a:off x="4674239" y="1604519"/>
            <a:ext cx="4015800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343080" indent="-342719"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  <a:defRPr sz="3200" spc="-100"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96" name="PlaceHolder 4"/>
          <p:cNvSpPr>
            <a:spLocks noGrp="1"/>
          </p:cNvSpPr>
          <p:nvPr>
            <p:ph type="body" sz="quarter" idx="21"/>
          </p:nvPr>
        </p:nvSpPr>
        <p:spPr>
          <a:xfrm>
            <a:off x="4674239" y="3682079"/>
            <a:ext cx="4015800" cy="18968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 spc="-100"/>
            </a:pPr>
            <a:endParaRPr/>
          </a:p>
        </p:txBody>
      </p:sp>
      <p:sp>
        <p:nvSpPr>
          <p:cNvPr id="1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5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06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11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208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209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10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212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3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17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214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215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16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218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219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22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1" name="PlaceHolder 3"/>
          <p:cNvSpPr/>
          <p:nvPr/>
        </p:nvSpPr>
        <p:spPr>
          <a:xfrm>
            <a:off x="4674239" y="1604519"/>
            <a:ext cx="4015800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343080" indent="-342719"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  <a:defRPr sz="3200" spc="-100"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222" name="PlaceHolder 4"/>
          <p:cNvSpPr>
            <a:spLocks noGrp="1"/>
          </p:cNvSpPr>
          <p:nvPr>
            <p:ph type="body" sz="half" idx="21"/>
          </p:nvPr>
        </p:nvSpPr>
        <p:spPr>
          <a:xfrm>
            <a:off x="457199" y="3682079"/>
            <a:ext cx="8229242" cy="18968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 spc="-100"/>
            </a:pPr>
            <a:endParaRPr/>
          </a:p>
        </p:txBody>
      </p:sp>
      <p:sp>
        <p:nvSpPr>
          <p:cNvPr id="2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1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32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233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37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234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235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36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238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9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43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240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241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42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244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245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24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4519"/>
            <a:ext cx="8229241" cy="189684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7" name="PlaceHolder 3"/>
          <p:cNvSpPr>
            <a:spLocks noGrp="1"/>
          </p:cNvSpPr>
          <p:nvPr>
            <p:ph type="body" sz="half" idx="21"/>
          </p:nvPr>
        </p:nvSpPr>
        <p:spPr>
          <a:xfrm>
            <a:off x="457199" y="3682079"/>
            <a:ext cx="8229242" cy="18968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 spc="-100"/>
            </a:pPr>
            <a:endParaRPr/>
          </a:p>
        </p:txBody>
      </p:sp>
      <p:sp>
        <p:nvSpPr>
          <p:cNvPr id="2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6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57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258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62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259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260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61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263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68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265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266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67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269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270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27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2" name="PlaceHolder 3"/>
          <p:cNvSpPr/>
          <p:nvPr/>
        </p:nvSpPr>
        <p:spPr>
          <a:xfrm>
            <a:off x="4674239" y="1604519"/>
            <a:ext cx="4015800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343080" indent="-342719"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  <a:defRPr sz="3200" spc="-100"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273" name="PlaceHolder 4"/>
          <p:cNvSpPr/>
          <p:nvPr/>
        </p:nvSpPr>
        <p:spPr>
          <a:xfrm>
            <a:off x="457199" y="3682079"/>
            <a:ext cx="4015801" cy="18968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343080" indent="-342719"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  <a:defRPr sz="3200" spc="-100"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274" name="PlaceHolder 5"/>
          <p:cNvSpPr>
            <a:spLocks noGrp="1"/>
          </p:cNvSpPr>
          <p:nvPr>
            <p:ph type="body" sz="quarter" idx="21"/>
          </p:nvPr>
        </p:nvSpPr>
        <p:spPr>
          <a:xfrm>
            <a:off x="4674239" y="3682079"/>
            <a:ext cx="4015800" cy="18968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 spc="-100"/>
            </a:pPr>
            <a:endParaRPr/>
          </a:p>
        </p:txBody>
      </p:sp>
      <p:sp>
        <p:nvSpPr>
          <p:cNvPr id="2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3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84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285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89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286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287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88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290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1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95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292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293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94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296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297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29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4519"/>
            <a:ext cx="2649601" cy="189684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9" name="PlaceHolder 3"/>
          <p:cNvSpPr/>
          <p:nvPr/>
        </p:nvSpPr>
        <p:spPr>
          <a:xfrm>
            <a:off x="3239640" y="1604519"/>
            <a:ext cx="2649601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343080" indent="-342719"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  <a:defRPr sz="3200" spc="-100"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300" name="PlaceHolder 4"/>
          <p:cNvSpPr/>
          <p:nvPr/>
        </p:nvSpPr>
        <p:spPr>
          <a:xfrm>
            <a:off x="6022080" y="1604519"/>
            <a:ext cx="2649601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343080" indent="-342719"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  <a:defRPr sz="3200" spc="-100"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301" name="PlaceHolder 5"/>
          <p:cNvSpPr/>
          <p:nvPr/>
        </p:nvSpPr>
        <p:spPr>
          <a:xfrm>
            <a:off x="457199" y="3682079"/>
            <a:ext cx="2649602" cy="18968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343080" indent="-342719"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  <a:defRPr sz="3200" spc="-100"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302" name="PlaceHolder 6"/>
          <p:cNvSpPr/>
          <p:nvPr/>
        </p:nvSpPr>
        <p:spPr>
          <a:xfrm>
            <a:off x="3239640" y="3682079"/>
            <a:ext cx="2649601" cy="18968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343080" indent="-342719"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  <a:defRPr sz="3200" spc="-100"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303" name="PlaceHolder 7"/>
          <p:cNvSpPr>
            <a:spLocks noGrp="1"/>
          </p:cNvSpPr>
          <p:nvPr>
            <p:ph type="body" sz="quarter" idx="21"/>
          </p:nvPr>
        </p:nvSpPr>
        <p:spPr>
          <a:xfrm>
            <a:off x="6022080" y="3682079"/>
            <a:ext cx="2649601" cy="18968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 spc="-100"/>
            </a:pPr>
            <a:endParaRPr/>
          </a:p>
        </p:txBody>
      </p:sp>
      <p:sp>
        <p:nvSpPr>
          <p:cNvPr id="3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" name="Picture 10" descr="Picture 10"/>
          <p:cNvPicPr>
            <a:picLocks noChangeAspect="1"/>
          </p:cNvPicPr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10" descr="Picture 10"/>
          <p:cNvPicPr>
            <a:picLocks noChangeAspect="1"/>
          </p:cNvPicPr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6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7" name="Picture 9" descr="Picture 9"/>
            <p:cNvPicPr>
              <a:picLocks noChangeAspect="1"/>
            </p:cNvPicPr>
            <p:nvPr/>
          </p:nvPicPr>
          <p:blipFill>
            <a:blip r:embed="rId14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0" name="Picture 15" descr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Picture 10" descr="Picture 10"/>
          <p:cNvPicPr>
            <a:picLocks noChangeAspect="1"/>
          </p:cNvPicPr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12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13" name="Picture 9" descr="Picture 9"/>
            <p:cNvPicPr>
              <a:picLocks noChangeAspect="1"/>
            </p:cNvPicPr>
            <p:nvPr/>
          </p:nvPicPr>
          <p:blipFill>
            <a:blip r:embed="rId14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4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6" name="Picture 15" descr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Title Text"/>
          <p:cNvSpPr txBox="1">
            <a:spLocks noGrp="1"/>
          </p:cNvSpPr>
          <p:nvPr>
            <p:ph type="title"/>
          </p:nvPr>
        </p:nvSpPr>
        <p:spPr>
          <a:xfrm>
            <a:off x="457200" y="92074"/>
            <a:ext cx="82296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18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 spc="-1">
                <a:solidFill>
                  <a:srgbClr val="898989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3080" marR="0" indent="-34271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sz="3200" b="0" i="0" u="none" strike="noStrike" cap="none" spc="-1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822" marR="0" indent="-326262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–"/>
        <a:tabLst/>
        <a:defRPr sz="3200" b="0" i="0" u="none" strike="noStrike" cap="none" spc="-1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079" marR="0" indent="-30431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sz="3200" b="0" i="0" u="none" strike="noStrike" cap="none" spc="-1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143" marR="0" indent="-365183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–"/>
        <a:tabLst/>
        <a:defRPr sz="3200" b="0" i="0" u="none" strike="noStrike" cap="none" spc="-1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343" marR="0" indent="-365183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»"/>
        <a:tabLst/>
        <a:defRPr sz="3200" b="0" i="0" u="none" strike="noStrike" cap="none" spc="-1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924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sz="3200" b="0" i="0" u="none" strike="noStrike" cap="none" spc="-1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496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sz="3200" b="0" i="0" u="none" strike="noStrike" cap="none" spc="-1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6068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sz="3200" b="0" i="0" u="none" strike="noStrike" cap="none" spc="-1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640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sz="3200" b="0" i="0" u="none" strike="noStrike" cap="none" spc="-1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extShape 1"/>
          <p:cNvSpPr txBox="1"/>
          <p:nvPr/>
        </p:nvSpPr>
        <p:spPr>
          <a:xfrm>
            <a:off x="45719" y="840631"/>
            <a:ext cx="9052562" cy="6128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spcBef>
                <a:spcPts val="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Project Presentation of Industry Oriented Hands on Experience (22CS422)</a:t>
            </a:r>
          </a:p>
          <a:p>
            <a:pPr algn="ctr"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On</a:t>
            </a:r>
          </a:p>
          <a:p>
            <a:pPr algn="ctr">
              <a:spcBef>
                <a:spcPts val="400"/>
              </a:spcBef>
              <a:defRPr sz="3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3800" dirty="0">
                <a:sym typeface="Times New Roman"/>
              </a:rPr>
              <a:t>Eventization – Intelligent Event Recommendation &amp; Management System</a:t>
            </a:r>
            <a:endParaRPr dirty="0">
              <a:solidFill>
                <a:srgbClr val="FF1710"/>
              </a:solidFill>
            </a:endParaRPr>
          </a:p>
          <a:p>
            <a:pPr algn="ctr">
              <a:spcBef>
                <a:spcPts val="400"/>
              </a:spcBef>
              <a:defRPr sz="4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000" i="1" spc="-1"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i="1" dirty="0"/>
              <a:t>      </a:t>
            </a:r>
            <a:r>
              <a:rPr lang="en-US" i="1" dirty="0"/>
              <a:t>Abhay Sharma</a:t>
            </a:r>
            <a:r>
              <a:rPr i="1" dirty="0"/>
              <a:t>  </a:t>
            </a:r>
            <a:r>
              <a:rPr dirty="0"/>
              <a:t>        221099</a:t>
            </a:r>
            <a:r>
              <a:rPr lang="en-US" dirty="0"/>
              <a:t>0028</a:t>
            </a:r>
            <a:r>
              <a:rPr dirty="0"/>
              <a:t>                              </a:t>
            </a:r>
            <a:r>
              <a:rPr lang="en-US" dirty="0"/>
              <a:t>Sonu Kumar</a:t>
            </a:r>
            <a:r>
              <a:rPr dirty="0"/>
              <a:t>       </a:t>
            </a:r>
            <a:r>
              <a:rPr i="1" dirty="0"/>
              <a:t>221099</a:t>
            </a:r>
            <a:r>
              <a:rPr lang="en-US" i="1" dirty="0"/>
              <a:t>2399</a:t>
            </a:r>
            <a:endParaRPr i="1"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i="1" dirty="0"/>
              <a:t>     </a:t>
            </a:r>
            <a:r>
              <a:rPr lang="en-US" i="1" dirty="0"/>
              <a:t>Mrigendra Kumar</a:t>
            </a:r>
            <a:r>
              <a:rPr i="1" dirty="0"/>
              <a:t>    221099</a:t>
            </a:r>
            <a:r>
              <a:rPr lang="en-US" i="1" dirty="0"/>
              <a:t>1941</a:t>
            </a:r>
            <a:r>
              <a:rPr i="1" dirty="0"/>
              <a:t>                               </a:t>
            </a:r>
            <a:r>
              <a:rPr lang="en-US" i="1" dirty="0"/>
              <a:t>Kumar Saurav</a:t>
            </a:r>
            <a:r>
              <a:rPr dirty="0"/>
              <a:t>    2210992155</a:t>
            </a:r>
            <a:endParaRPr i="1"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i="1" dirty="0"/>
          </a:p>
          <a:p>
            <a:pPr algn="ctr"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i="1" dirty="0"/>
          </a:p>
          <a:p>
            <a:pPr algn="ctr"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Supervised By</a:t>
            </a:r>
          </a:p>
          <a:p>
            <a:pPr algn="ctr"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000" dirty="0">
                <a:sym typeface="Times New Roman"/>
              </a:rPr>
              <a:t>Dr. Shikha Tuteja</a:t>
            </a:r>
            <a:endParaRPr dirty="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spcBef>
                <a:spcPts val="400"/>
              </a:spcBef>
              <a:defRPr sz="24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Department of Computer Science and Engineering, </a:t>
            </a:r>
          </a:p>
          <a:p>
            <a:pPr algn="ctr">
              <a:spcBef>
                <a:spcPts val="400"/>
              </a:spcBef>
              <a:defRPr sz="24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  <a:defRPr sz="2000" spc="-1">
                <a:latin typeface="+mj-lt"/>
                <a:ea typeface="+mj-ea"/>
                <a:cs typeface="+mj-cs"/>
                <a:sym typeface="Calibri"/>
              </a:defRPr>
            </a:pP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extShape 1"/>
          <p:cNvSpPr txBox="1"/>
          <p:nvPr/>
        </p:nvSpPr>
        <p:spPr>
          <a:xfrm>
            <a:off x="502919" y="146822"/>
            <a:ext cx="5928122" cy="544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Introduction</a:t>
            </a:r>
          </a:p>
        </p:txBody>
      </p:sp>
      <p:sp>
        <p:nvSpPr>
          <p:cNvPr id="316" name="TextShape 3"/>
          <p:cNvSpPr txBox="1">
            <a:spLocks noGrp="1"/>
          </p:cNvSpPr>
          <p:nvPr>
            <p:ph type="sldNum" sz="quarter" idx="4294967295"/>
          </p:nvPr>
        </p:nvSpPr>
        <p:spPr>
          <a:xfrm>
            <a:off x="8505185" y="6414707"/>
            <a:ext cx="181255" cy="248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317" name="TextShape 2"/>
          <p:cNvSpPr txBox="1"/>
          <p:nvPr/>
        </p:nvSpPr>
        <p:spPr>
          <a:xfrm>
            <a:off x="209727" y="1109741"/>
            <a:ext cx="8747282" cy="6114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200526" indent="-200526">
              <a:lnSpc>
                <a:spcPct val="150000"/>
              </a:lnSpc>
              <a:spcBef>
                <a:spcPts val="400"/>
              </a:spcBef>
              <a:buSzPct val="100000"/>
              <a:buChar char="•"/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marL="200526" indent="-200526" defTabSz="12700">
              <a:lnSpc>
                <a:spcPct val="135000"/>
              </a:lnSpc>
              <a:buSzPct val="100000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Educational institutions organize multiple events throughout the year</a:t>
            </a:r>
          </a:p>
          <a:p>
            <a:pPr marL="200526" indent="-200526" defTabSz="12700">
              <a:lnSpc>
                <a:spcPct val="135000"/>
              </a:lnSpc>
              <a:buSzPct val="100000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Traditional event management systems are often manual and inefficient</a:t>
            </a:r>
          </a:p>
          <a:p>
            <a:pPr marL="200526" indent="-200526" defTabSz="12700">
              <a:lnSpc>
                <a:spcPct val="135000"/>
              </a:lnSpc>
              <a:buSzPct val="100000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Students face difficulty in discovering and registering for events</a:t>
            </a:r>
          </a:p>
          <a:p>
            <a:pPr marL="200526" indent="-200526" defTabSz="12700">
              <a:lnSpc>
                <a:spcPct val="135000"/>
              </a:lnSpc>
              <a:buSzPct val="100000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Organizers struggle with attendance management and communication</a:t>
            </a:r>
          </a:p>
          <a:p>
            <a:pPr marL="200526" indent="-200526" defTabSz="12700">
              <a:lnSpc>
                <a:spcPct val="135000"/>
              </a:lnSpc>
              <a:buSzPct val="100000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Eventization simplifies event management using modern web technologies and AI features</a:t>
            </a:r>
            <a:endParaRPr spc="-1" dirty="0"/>
          </a:p>
          <a:p>
            <a:pPr>
              <a:lnSpc>
                <a:spcPct val="150000"/>
              </a:lnSpc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1" dirty="0"/>
          </a:p>
          <a:p>
            <a:pPr>
              <a:lnSpc>
                <a:spcPct val="150000"/>
              </a:lnSpc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1" dirty="0"/>
          </a:p>
          <a:p>
            <a:pPr>
              <a:lnSpc>
                <a:spcPct val="150000"/>
              </a:lnSpc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1"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1"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1"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1"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7C43CB-700D-39C7-4930-70EB434E4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6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TextShape 1"/>
          <p:cNvSpPr txBox="1"/>
          <p:nvPr/>
        </p:nvSpPr>
        <p:spPr>
          <a:xfrm>
            <a:off x="502919" y="146822"/>
            <a:ext cx="5928121" cy="544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PROBLEM STATEMENT</a:t>
            </a:r>
          </a:p>
        </p:txBody>
      </p:sp>
      <p:sp>
        <p:nvSpPr>
          <p:cNvPr id="320" name="TextShape 2"/>
          <p:cNvSpPr txBox="1"/>
          <p:nvPr/>
        </p:nvSpPr>
        <p:spPr>
          <a:xfrm>
            <a:off x="198359" y="975690"/>
            <a:ext cx="8747282" cy="5144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Lack of centralized event management platform</a:t>
            </a:r>
            <a:endParaRPr dirty="0"/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Manual event registration processes are inefficient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Students miss important event updates and announcements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Difficulty in managing attendance during large events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Poor communication between organizers and participants</a:t>
            </a:r>
            <a:endParaRPr spc="-1" dirty="0"/>
          </a:p>
          <a:p>
            <a:pPr>
              <a:lnSpc>
                <a:spcPct val="150000"/>
              </a:lnSpc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1" dirty="0"/>
          </a:p>
          <a:p>
            <a:pPr>
              <a:lnSpc>
                <a:spcPct val="150000"/>
              </a:lnSpc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1" dirty="0"/>
          </a:p>
          <a:p>
            <a:pPr>
              <a:lnSpc>
                <a:spcPct val="150000"/>
              </a:lnSpc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1"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1"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1"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1"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1"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extShape 1"/>
          <p:cNvSpPr txBox="1"/>
          <p:nvPr/>
        </p:nvSpPr>
        <p:spPr>
          <a:xfrm>
            <a:off x="502919" y="146822"/>
            <a:ext cx="5928121" cy="544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OBJECTIVES</a:t>
            </a:r>
          </a:p>
        </p:txBody>
      </p:sp>
      <p:sp>
        <p:nvSpPr>
          <p:cNvPr id="323" name="TextShape 2"/>
          <p:cNvSpPr txBox="1"/>
          <p:nvPr/>
        </p:nvSpPr>
        <p:spPr>
          <a:xfrm>
            <a:off x="198359" y="937590"/>
            <a:ext cx="8747282" cy="5047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Develop centralized event management system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Provide event discovery and registration features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000" dirty="0">
                <a:sym typeface="Times New Roman"/>
              </a:rPr>
              <a:t>Implement QR-code-based attendance verification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Monitor and track event participation and analytics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Enable real-time notifications and communication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Improve student engagement through intelligent features</a:t>
            </a:r>
            <a:endParaRPr dirty="0"/>
          </a:p>
          <a:p>
            <a:pPr>
              <a:lnSpc>
                <a:spcPct val="150000"/>
              </a:lnSpc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lnSpc>
                <a:spcPct val="150000"/>
              </a:lnSpc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extShape 1"/>
          <p:cNvSpPr txBox="1"/>
          <p:nvPr/>
        </p:nvSpPr>
        <p:spPr>
          <a:xfrm>
            <a:off x="502919" y="146822"/>
            <a:ext cx="5928121" cy="544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 SYSTEM OVERVIEW</a:t>
            </a:r>
          </a:p>
        </p:txBody>
      </p:sp>
      <p:sp>
        <p:nvSpPr>
          <p:cNvPr id="326" name="TextShape 2"/>
          <p:cNvSpPr txBox="1"/>
          <p:nvPr/>
        </p:nvSpPr>
        <p:spPr>
          <a:xfrm>
            <a:off x="198359" y="937590"/>
            <a:ext cx="8747282" cy="4119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Full-stack web application based on MERN architecture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Frontend ensures interactive and responsive UI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Backend handles business logic and data management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000" dirty="0">
                <a:sym typeface="Times New Roman"/>
              </a:rPr>
              <a:t>Database stores user, event, registration, and analytics data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000" dirty="0">
                <a:sym typeface="Times New Roman"/>
              </a:rPr>
              <a:t>AI chatbot provides intelligent assistance and recommendations</a:t>
            </a:r>
            <a:endParaRPr dirty="0"/>
          </a:p>
          <a:p>
            <a:pPr>
              <a:lnSpc>
                <a:spcPct val="150000"/>
              </a:lnSpc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extShape 1"/>
          <p:cNvSpPr txBox="1"/>
          <p:nvPr/>
        </p:nvSpPr>
        <p:spPr>
          <a:xfrm>
            <a:off x="502919" y="146822"/>
            <a:ext cx="5928121" cy="544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KEY FEATURES</a:t>
            </a:r>
          </a:p>
        </p:txBody>
      </p:sp>
      <p:sp>
        <p:nvSpPr>
          <p:cNvPr id="329" name="TextShape 2"/>
          <p:cNvSpPr txBox="1"/>
          <p:nvPr/>
        </p:nvSpPr>
        <p:spPr>
          <a:xfrm>
            <a:off x="198359" y="937590"/>
            <a:ext cx="8747282" cy="4534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342900" indent="-152400" defTabSz="12700">
              <a:lnSpc>
                <a:spcPct val="135000"/>
              </a:lnSpc>
              <a:buSzPct val="100000"/>
              <a:buFont typeface="Helvetica Neue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000" dirty="0">
                <a:sym typeface="Times New Roman"/>
              </a:rPr>
              <a:t>AI Chatbot: Intelligent query handling and user assistance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Helvetica Neue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000" dirty="0">
                <a:sym typeface="Times New Roman"/>
              </a:rPr>
              <a:t>Event Recommendation System: Smart event suggestions for users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Helvetica Neue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000" dirty="0">
                <a:sym typeface="Times New Roman"/>
              </a:rPr>
              <a:t>QR Verification System: QR-based attendance management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Helvetica Neue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Real-Time Notifications: Instant updates using Socket.io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Helvetica Neue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Analytics Dashboard: Participation stats and performance tracking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Helvetica Neue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User Authentication: Secure login and role-based access system</a:t>
            </a:r>
            <a:endParaRPr b="0" dirty="0"/>
          </a:p>
          <a:p>
            <a:pPr>
              <a:lnSpc>
                <a:spcPct val="150000"/>
              </a:lnSpc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TextShape 1"/>
          <p:cNvSpPr txBox="1"/>
          <p:nvPr/>
        </p:nvSpPr>
        <p:spPr>
          <a:xfrm>
            <a:off x="502919" y="146822"/>
            <a:ext cx="5928121" cy="544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TECHNOLOGY STACK</a:t>
            </a:r>
          </a:p>
        </p:txBody>
      </p:sp>
      <p:sp>
        <p:nvSpPr>
          <p:cNvPr id="332" name="TextShape 2"/>
          <p:cNvSpPr txBox="1"/>
          <p:nvPr/>
        </p:nvSpPr>
        <p:spPr>
          <a:xfrm>
            <a:off x="198359" y="937590"/>
            <a:ext cx="8747282" cy="5234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Backend</a:t>
            </a:r>
            <a:endParaRPr b="0" dirty="0"/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Node.js (runtime)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Express.js (API handling)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MongoDB (database)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Frontend</a:t>
            </a:r>
            <a:endParaRPr b="0" dirty="0"/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React (UI framework)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TailwindCSS</a:t>
            </a:r>
            <a:r>
              <a:rPr dirty="0"/>
              <a:t> (styling)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Axios (API communication)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AI Module</a:t>
            </a:r>
            <a:endParaRPr b="0" dirty="0"/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MediaPipe</a:t>
            </a:r>
            <a:r>
              <a:rPr dirty="0"/>
              <a:t> Pose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Real-time landmark detection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TextShape 1"/>
          <p:cNvSpPr txBox="1"/>
          <p:nvPr/>
        </p:nvSpPr>
        <p:spPr>
          <a:xfrm>
            <a:off x="502919" y="146822"/>
            <a:ext cx="5928121" cy="544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SYSTEM ARCHITECTURE</a:t>
            </a:r>
          </a:p>
        </p:txBody>
      </p:sp>
      <p:sp>
        <p:nvSpPr>
          <p:cNvPr id="335" name="TextShape 2"/>
          <p:cNvSpPr txBox="1"/>
          <p:nvPr/>
        </p:nvSpPr>
        <p:spPr>
          <a:xfrm>
            <a:off x="198359" y="937590"/>
            <a:ext cx="8747282" cy="4715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Client-Server Architecture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Frontend communicates with backend via REST APIs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Backend processes requests and interacts with database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AI module runs on client side for privacy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 flow ensures scalability and performance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lnSpc>
                <a:spcPct val="150000"/>
              </a:lnSpc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TextShape 1"/>
          <p:cNvSpPr txBox="1"/>
          <p:nvPr/>
        </p:nvSpPr>
        <p:spPr>
          <a:xfrm>
            <a:off x="502919" y="146822"/>
            <a:ext cx="5928121" cy="544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MODULES</a:t>
            </a:r>
          </a:p>
        </p:txBody>
      </p:sp>
      <p:sp>
        <p:nvSpPr>
          <p:cNvPr id="338" name="TextShape 2"/>
          <p:cNvSpPr txBox="1"/>
          <p:nvPr/>
        </p:nvSpPr>
        <p:spPr>
          <a:xfrm>
            <a:off x="198359" y="937590"/>
            <a:ext cx="8747282" cy="2126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342900" indent="-152400" defTabSz="12700">
              <a:lnSpc>
                <a:spcPct val="135000"/>
              </a:lnSpc>
              <a:buSzPct val="100000"/>
              <a:buFont typeface="Helvetica Neue"/>
              <a:buChar char="•"/>
              <a:defRPr sz="2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Authentication Module </a:t>
            </a:r>
            <a:r>
              <a:rPr b="0" dirty="0"/>
              <a:t>→ Login &amp; security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Helvetica Neue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000" b="1" dirty="0">
                <a:sym typeface="Times New Roman"/>
              </a:rPr>
              <a:t>Event Module </a:t>
            </a:r>
            <a:r>
              <a:rPr lang="en-IN" sz="2000" dirty="0">
                <a:sym typeface="Times New Roman"/>
              </a:rPr>
              <a:t>→ Manage events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Helvetica Neue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fr-FR" sz="2000" b="1" dirty="0">
                <a:sym typeface="Times New Roman"/>
              </a:rPr>
              <a:t>AI </a:t>
            </a:r>
            <a:r>
              <a:rPr lang="fr-FR" sz="2000" b="1" dirty="0" err="1">
                <a:sym typeface="Times New Roman"/>
              </a:rPr>
              <a:t>Chatbot</a:t>
            </a:r>
            <a:r>
              <a:rPr lang="fr-FR" sz="2000" b="1" dirty="0">
                <a:sym typeface="Times New Roman"/>
              </a:rPr>
              <a:t> Module </a:t>
            </a:r>
            <a:r>
              <a:rPr lang="fr-FR" sz="2000" dirty="0">
                <a:sym typeface="Times New Roman"/>
              </a:rPr>
              <a:t>→ Intelligent assistance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Helvetica Neue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000" b="1" dirty="0">
                <a:sym typeface="Times New Roman"/>
              </a:rPr>
              <a:t>QR Module </a:t>
            </a:r>
            <a:r>
              <a:rPr lang="en-IN" sz="2000" dirty="0">
                <a:sym typeface="Times New Roman"/>
              </a:rPr>
              <a:t>→ Attendance verification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Helvetica Neue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000" b="1" dirty="0">
                <a:sym typeface="Times New Roman"/>
              </a:rPr>
              <a:t>Analytics Module </a:t>
            </a:r>
            <a:r>
              <a:rPr lang="en-IN" sz="2000" dirty="0">
                <a:sym typeface="Times New Roman"/>
              </a:rPr>
              <a:t>→ Reports &amp; tracking</a:t>
            </a:r>
            <a:endParaRPr dirty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TextShape 1"/>
          <p:cNvSpPr txBox="1"/>
          <p:nvPr/>
        </p:nvSpPr>
        <p:spPr>
          <a:xfrm>
            <a:off x="502919" y="146822"/>
            <a:ext cx="5928121" cy="544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 WORKING OF SYSTEM</a:t>
            </a:r>
          </a:p>
        </p:txBody>
      </p:sp>
      <p:sp>
        <p:nvSpPr>
          <p:cNvPr id="341" name="TextShape 2"/>
          <p:cNvSpPr txBox="1"/>
          <p:nvPr/>
        </p:nvSpPr>
        <p:spPr>
          <a:xfrm>
            <a:off x="198359" y="937590"/>
            <a:ext cx="8747282" cy="4021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User logs into the system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Dashboard displays stats and schedules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User searches and registers for events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000" dirty="0">
                <a:sym typeface="Times New Roman"/>
              </a:rPr>
              <a:t>AI chatbot provides recommendations and assistance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QR code generated after successful registration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Analytics dashboard stores and tracks participation data</a:t>
            </a:r>
            <a:endParaRPr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Shape 1"/>
          <p:cNvSpPr txBox="1"/>
          <p:nvPr/>
        </p:nvSpPr>
        <p:spPr>
          <a:xfrm>
            <a:off x="502919" y="146822"/>
            <a:ext cx="5928121" cy="544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 RESULTS</a:t>
            </a:r>
          </a:p>
        </p:txBody>
      </p:sp>
      <p:sp>
        <p:nvSpPr>
          <p:cNvPr id="344" name="TextShape 2"/>
          <p:cNvSpPr txBox="1"/>
          <p:nvPr/>
        </p:nvSpPr>
        <p:spPr>
          <a:xfrm>
            <a:off x="198359" y="937590"/>
            <a:ext cx="8747282" cy="4119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Successful centralized event management system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Improved event registration and participation process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000" dirty="0">
                <a:sym typeface="Times New Roman"/>
              </a:rPr>
              <a:t>Effective QR-based attendance verification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Real-time notifications enhanced communication efficiency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Smooth system performance with minimal latency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TextShape 1"/>
          <p:cNvSpPr txBox="1"/>
          <p:nvPr/>
        </p:nvSpPr>
        <p:spPr>
          <a:xfrm>
            <a:off x="502919" y="146822"/>
            <a:ext cx="5928121" cy="544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FUTURE SCOPE</a:t>
            </a:r>
          </a:p>
        </p:txBody>
      </p:sp>
      <p:sp>
        <p:nvSpPr>
          <p:cNvPr id="347" name="TextShape 2"/>
          <p:cNvSpPr txBox="1"/>
          <p:nvPr/>
        </p:nvSpPr>
        <p:spPr>
          <a:xfrm>
            <a:off x="198359" y="937590"/>
            <a:ext cx="8747282" cy="5047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Mobile application development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000" dirty="0">
                <a:sym typeface="Times New Roman"/>
              </a:rPr>
              <a:t>Advanced AI-based event recommendations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Advanced data analytics and visualization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Multi-language support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Cloud deployment and scalability improvements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000" dirty="0">
                <a:sym typeface="Times New Roman"/>
              </a:rPr>
              <a:t>Multi-campus event management support</a:t>
            </a:r>
            <a:endParaRPr dirty="0"/>
          </a:p>
          <a:p>
            <a:pPr>
              <a:lnSpc>
                <a:spcPct val="150000"/>
              </a:lnSpc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lnSpc>
                <a:spcPct val="150000"/>
              </a:lnSpc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TextShape 1"/>
          <p:cNvSpPr txBox="1"/>
          <p:nvPr/>
        </p:nvSpPr>
        <p:spPr>
          <a:xfrm>
            <a:off x="502919" y="146822"/>
            <a:ext cx="5928121" cy="544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CONCLUSION</a:t>
            </a:r>
          </a:p>
        </p:txBody>
      </p:sp>
      <p:sp>
        <p:nvSpPr>
          <p:cNvPr id="350" name="TextShape 2"/>
          <p:cNvSpPr txBox="1"/>
          <p:nvPr/>
        </p:nvSpPr>
        <p:spPr>
          <a:xfrm>
            <a:off x="198359" y="937590"/>
            <a:ext cx="8747282" cy="3606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000" dirty="0">
                <a:sym typeface="Times New Roman"/>
              </a:rPr>
              <a:t>Eventization provides a complete event management solution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Combines AI with modern web technologies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000" dirty="0">
                <a:sym typeface="Times New Roman"/>
              </a:rPr>
              <a:t>Improves communication and participation management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Scalable and adaptable for future expansion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Demonstrates real-world application of intelligent systems</a:t>
            </a:r>
            <a:endParaRPr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extShape 1"/>
          <p:cNvSpPr txBox="1"/>
          <p:nvPr/>
        </p:nvSpPr>
        <p:spPr>
          <a:xfrm>
            <a:off x="1343296" y="3102118"/>
            <a:ext cx="6614161" cy="849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5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Thank You</a:t>
            </a:r>
          </a:p>
        </p:txBody>
      </p:sp>
      <p:sp>
        <p:nvSpPr>
          <p:cNvPr id="353" name="TextShape 3"/>
          <p:cNvSpPr txBox="1">
            <a:spLocks noGrp="1"/>
          </p:cNvSpPr>
          <p:nvPr>
            <p:ph type="sldNum" sz="quarter" idx="4294967295"/>
          </p:nvPr>
        </p:nvSpPr>
        <p:spPr>
          <a:xfrm>
            <a:off x="8428070" y="6414707"/>
            <a:ext cx="258370" cy="248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14</a:t>
            </a:fld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</Words>
  <Application>Microsoft Office PowerPoint</Application>
  <PresentationFormat>On-screen Show (4:3)</PresentationFormat>
  <Paragraphs>136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Helvetica Neue</vt:lpstr>
      <vt:lpstr>Times New Roman</vt:lpstr>
      <vt:lpstr>TimesNewRomanPSMT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mrigendra</dc:creator>
  <cp:lastModifiedBy>Mrigendra Kumar</cp:lastModifiedBy>
  <cp:revision>1</cp:revision>
  <dcterms:modified xsi:type="dcterms:W3CDTF">2026-05-14T19:45:24Z</dcterms:modified>
</cp:coreProperties>
</file>